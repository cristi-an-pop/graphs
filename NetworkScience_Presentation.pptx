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5"/>
  </p:normalViewPr>
  <p:slideViewPr>
    <p:cSldViewPr snapToGrid="0" snapToObjects="1">
      <p:cViewPr>
        <p:scale>
          <a:sx n="112" d="100"/>
          <a:sy n="112" d="100"/>
        </p:scale>
        <p:origin x="1832" y="3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Network Science Co-authorship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dimacs10-netscience vs Erdos-Renyi and Barabasi-Albert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dirty="0"/>
              <a:t>Dataset: dimacs10-netscience (co-authorship network)</a:t>
            </a:r>
          </a:p>
          <a:p>
            <a:pPr>
              <a:defRPr sz="2400"/>
            </a:pPr>
            <a:r>
              <a:rPr dirty="0"/>
              <a:t>Nodes (authors): 1461</a:t>
            </a:r>
          </a:p>
          <a:p>
            <a:pPr>
              <a:defRPr sz="2400"/>
            </a:pPr>
            <a:r>
              <a:rPr dirty="0"/>
              <a:t>Edges (co-authorship links): 2742</a:t>
            </a:r>
          </a:p>
          <a:p>
            <a:pPr>
              <a:defRPr sz="2400"/>
            </a:pPr>
            <a:r>
              <a:rPr dirty="0"/>
              <a:t>Graph type: undirected, unweighted, no self-loops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818872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dirty="0"/>
              <a:t>Null model 1: </a:t>
            </a:r>
            <a:r>
              <a:rPr dirty="0" err="1"/>
              <a:t>Erdos-Renyi</a:t>
            </a:r>
            <a:r>
              <a:rPr dirty="0"/>
              <a:t> G(n, p) using real-network density</a:t>
            </a:r>
          </a:p>
          <a:p>
            <a:pPr>
              <a:defRPr sz="2400"/>
            </a:pPr>
            <a:r>
              <a:rPr dirty="0"/>
              <a:t>Null model 2: </a:t>
            </a:r>
            <a:r>
              <a:rPr dirty="0" err="1"/>
              <a:t>Barabasi</a:t>
            </a:r>
            <a:r>
              <a:rPr dirty="0"/>
              <a:t>-Albert using m ~ M/N</a:t>
            </a:r>
          </a:p>
          <a:p>
            <a:pPr>
              <a:defRPr sz="2400"/>
            </a:pPr>
            <a:r>
              <a:rPr dirty="0"/>
              <a:t>Purpose: compare random, preferential-attachment, and real</a:t>
            </a:r>
            <a:endParaRPr lang="en-US" dirty="0"/>
          </a:p>
          <a:p>
            <a:pPr>
              <a:defRPr sz="2400"/>
            </a:pPr>
            <a:r>
              <a:rPr dirty="0"/>
              <a:t>collaboration structure</a:t>
            </a:r>
          </a:p>
          <a:p>
            <a:pPr>
              <a:defRPr sz="2400"/>
            </a:pPr>
            <a:r>
              <a:rPr dirty="0"/>
              <a:t>ER p used: 0.002571; BA m used: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Topology Comparison</a:t>
            </a:r>
          </a:p>
        </p:txBody>
      </p:sp>
      <p:pic>
        <p:nvPicPr>
          <p:cNvPr id="3" name="Picture 2" descr="topolo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561" y="2100997"/>
            <a:ext cx="8080877" cy="26560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Degree Distribution (log-log)</a:t>
            </a:r>
          </a:p>
        </p:txBody>
      </p:sp>
      <p:pic>
        <p:nvPicPr>
          <p:cNvPr id="3" name="Picture 2" descr="degre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525" y="2444878"/>
            <a:ext cx="8024949" cy="19682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6787114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dirty="0"/>
              <a:t>Real graph clustering is high: 0.694</a:t>
            </a:r>
          </a:p>
          <a:p>
            <a:pPr>
              <a:defRPr sz="2400"/>
            </a:pPr>
            <a:r>
              <a:rPr dirty="0"/>
              <a:t>ER clustering is very low: 0.004</a:t>
            </a:r>
          </a:p>
          <a:p>
            <a:pPr>
              <a:defRPr sz="2400"/>
            </a:pPr>
            <a:r>
              <a:rPr dirty="0"/>
              <a:t>BA max degree is much larger than ER: 103 vs 12</a:t>
            </a:r>
          </a:p>
          <a:p>
            <a:pPr>
              <a:defRPr sz="2400"/>
            </a:pPr>
            <a:r>
              <a:rPr dirty="0"/>
              <a:t>Interpretation: real network shows both small-world </a:t>
            </a:r>
            <a:endParaRPr lang="en-US" dirty="0"/>
          </a:p>
          <a:p>
            <a:pPr>
              <a:defRPr sz="2400"/>
            </a:pPr>
            <a:r>
              <a:rPr dirty="0"/>
              <a:t>clustering and hub structure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Metrics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105984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dirty="0"/>
              <a:t>Real: components=268, LCC=379, diameter=17</a:t>
            </a:r>
          </a:p>
          <a:p>
            <a:pPr>
              <a:defRPr sz="2400"/>
            </a:pPr>
            <a:r>
              <a:rPr dirty="0"/>
              <a:t>ER: components=46, LCC=1415, diameter=12</a:t>
            </a:r>
          </a:p>
          <a:p>
            <a:pPr>
              <a:defRPr sz="2400"/>
            </a:pPr>
            <a:r>
              <a:rPr dirty="0"/>
              <a:t>BA: components=1, LCC=1461, diameter=8</a:t>
            </a:r>
          </a:p>
          <a:p>
            <a:pPr>
              <a:defRPr sz="2400"/>
            </a:pPr>
            <a:r>
              <a:rPr dirty="0"/>
              <a:t>Conclusion: real collaboration is neither purely random </a:t>
            </a:r>
            <a:endParaRPr lang="en-US" dirty="0"/>
          </a:p>
          <a:p>
            <a:pPr>
              <a:defRPr sz="2400"/>
            </a:pPr>
            <a:r>
              <a:rPr dirty="0"/>
              <a:t>nor purely preferential attachment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187</Words>
  <Application>Microsoft Macintosh PowerPoint</Application>
  <PresentationFormat>On-screen Show (4:3)</PresentationFormat>
  <Paragraphs>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Network Science Co-authorship Analysis</vt:lpstr>
      <vt:lpstr>Dataset Overview</vt:lpstr>
      <vt:lpstr>Experimental Setup</vt:lpstr>
      <vt:lpstr>Topology Comparison</vt:lpstr>
      <vt:lpstr>Degree Distribution (log-log)</vt:lpstr>
      <vt:lpstr>Key Findings</vt:lpstr>
      <vt:lpstr>Core Metrics 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CRISTIAN-ANDREI POP</cp:lastModifiedBy>
  <cp:revision>2</cp:revision>
  <dcterms:created xsi:type="dcterms:W3CDTF">2013-01-27T09:14:16Z</dcterms:created>
  <dcterms:modified xsi:type="dcterms:W3CDTF">2026-04-04T18:59:20Z</dcterms:modified>
  <cp:category/>
</cp:coreProperties>
</file>